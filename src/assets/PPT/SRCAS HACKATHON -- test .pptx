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mbria" charset="1" panose="02040503050406030204"/>
      <p:regular r:id="rId15"/>
    </p:embeddedFont>
    <p:embeddedFont>
      <p:font typeface="Cambria Bold" charset="1" panose="02040803050406030204"/>
      <p:regular r:id="rId16"/>
    </p:embeddedFont>
    <p:embeddedFont>
      <p:font typeface="Times New Roman" charset="1" panose="02020603050405020304"/>
      <p:regular r:id="rId18"/>
    </p:embeddedFont>
    <p:embeddedFont>
      <p:font typeface="Arial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9.jpe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9.jpe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jpe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9.jpe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9.jpe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09209" y="509368"/>
            <a:ext cx="3382137" cy="1375982"/>
            <a:chOff x="0" y="0"/>
            <a:chExt cx="4509516" cy="1834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09516" cy="1834642"/>
            </a:xfrm>
            <a:custGeom>
              <a:avLst/>
              <a:gdLst/>
              <a:ahLst/>
              <a:cxnLst/>
              <a:rect r="r" b="b" t="t" l="l"/>
              <a:pathLst>
                <a:path h="1834642" w="4509516">
                  <a:moveTo>
                    <a:pt x="0" y="0"/>
                  </a:moveTo>
                  <a:lnTo>
                    <a:pt x="4509516" y="0"/>
                  </a:lnTo>
                  <a:lnTo>
                    <a:pt x="4509516" y="1834642"/>
                  </a:lnTo>
                  <a:lnTo>
                    <a:pt x="0" y="1834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2899" r="0" b="-7289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9738" y="537277"/>
            <a:ext cx="4337314" cy="1320165"/>
            <a:chOff x="0" y="0"/>
            <a:chExt cx="5783085" cy="1760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83072" cy="1760220"/>
            </a:xfrm>
            <a:custGeom>
              <a:avLst/>
              <a:gdLst/>
              <a:ahLst/>
              <a:cxnLst/>
              <a:rect r="r" b="b" t="t" l="l"/>
              <a:pathLst>
                <a:path h="1760220" w="5783072">
                  <a:moveTo>
                    <a:pt x="0" y="0"/>
                  </a:moveTo>
                  <a:lnTo>
                    <a:pt x="5783072" y="0"/>
                  </a:lnTo>
                  <a:lnTo>
                    <a:pt x="5783072" y="1760220"/>
                  </a:lnTo>
                  <a:lnTo>
                    <a:pt x="0" y="176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9" t="0" r="-72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57056" y="702888"/>
            <a:ext cx="4510126" cy="988933"/>
            <a:chOff x="0" y="0"/>
            <a:chExt cx="6013501" cy="13185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13450" cy="1318514"/>
            </a:xfrm>
            <a:custGeom>
              <a:avLst/>
              <a:gdLst/>
              <a:ahLst/>
              <a:cxnLst/>
              <a:rect r="r" b="b" t="t" l="l"/>
              <a:pathLst>
                <a:path h="1318514" w="6013450">
                  <a:moveTo>
                    <a:pt x="0" y="0"/>
                  </a:moveTo>
                  <a:lnTo>
                    <a:pt x="6013450" y="0"/>
                  </a:lnTo>
                  <a:lnTo>
                    <a:pt x="6013450" y="1318514"/>
                  </a:lnTo>
                  <a:lnTo>
                    <a:pt x="0" y="1318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20003" y="526933"/>
            <a:ext cx="4220718" cy="1547222"/>
            <a:chOff x="0" y="0"/>
            <a:chExt cx="5627624" cy="20629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27624" cy="2062988"/>
            </a:xfrm>
            <a:custGeom>
              <a:avLst/>
              <a:gdLst/>
              <a:ahLst/>
              <a:cxnLst/>
              <a:rect r="r" b="b" t="t" l="l"/>
              <a:pathLst>
                <a:path h="2062988" w="5627624">
                  <a:moveTo>
                    <a:pt x="0" y="0"/>
                  </a:moveTo>
                  <a:lnTo>
                    <a:pt x="5627624" y="0"/>
                  </a:lnTo>
                  <a:lnTo>
                    <a:pt x="5627624" y="2062988"/>
                  </a:lnTo>
                  <a:lnTo>
                    <a:pt x="0" y="20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-1134415">
            <a:off x="324660" y="2398814"/>
            <a:ext cx="2404192" cy="2404192"/>
          </a:xfrm>
          <a:custGeom>
            <a:avLst/>
            <a:gdLst/>
            <a:ahLst/>
            <a:cxnLst/>
            <a:rect r="r" b="b" t="t" l="l"/>
            <a:pathLst>
              <a:path h="2404192" w="2404192">
                <a:moveTo>
                  <a:pt x="0" y="0"/>
                </a:moveTo>
                <a:lnTo>
                  <a:pt x="2404192" y="0"/>
                </a:lnTo>
                <a:lnTo>
                  <a:pt x="2404192" y="2404193"/>
                </a:lnTo>
                <a:lnTo>
                  <a:pt x="0" y="24041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62600" y="2577575"/>
            <a:ext cx="1495512" cy="1328984"/>
          </a:xfrm>
          <a:custGeom>
            <a:avLst/>
            <a:gdLst/>
            <a:ahLst/>
            <a:cxnLst/>
            <a:rect r="r" b="b" t="t" l="l"/>
            <a:pathLst>
              <a:path h="1328984" w="1495512">
                <a:moveTo>
                  <a:pt x="0" y="0"/>
                </a:moveTo>
                <a:lnTo>
                  <a:pt x="1495512" y="0"/>
                </a:lnTo>
                <a:lnTo>
                  <a:pt x="1495512" y="1328985"/>
                </a:lnTo>
                <a:lnTo>
                  <a:pt x="0" y="13289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975" t="-29197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0" y="9424245"/>
            <a:ext cx="18288000" cy="862755"/>
          </a:xfrm>
          <a:custGeom>
            <a:avLst/>
            <a:gdLst/>
            <a:ahLst/>
            <a:cxnLst/>
            <a:rect r="r" b="b" t="t" l="l"/>
            <a:pathLst>
              <a:path h="862755" w="18288000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66773" y="4994201"/>
            <a:ext cx="664213" cy="664213"/>
            <a:chOff x="0" y="0"/>
            <a:chExt cx="885617" cy="88561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885617" cy="88561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D1B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24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239458" y="180882"/>
              <a:ext cx="406701" cy="523854"/>
            </a:xfrm>
            <a:custGeom>
              <a:avLst/>
              <a:gdLst/>
              <a:ahLst/>
              <a:cxnLst/>
              <a:rect r="r" b="b" t="t" l="l"/>
              <a:pathLst>
                <a:path h="523854" w="406701">
                  <a:moveTo>
                    <a:pt x="0" y="0"/>
                  </a:moveTo>
                  <a:lnTo>
                    <a:pt x="406701" y="0"/>
                  </a:lnTo>
                  <a:lnTo>
                    <a:pt x="406701" y="523854"/>
                  </a:lnTo>
                  <a:lnTo>
                    <a:pt x="0" y="52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66773" y="6067989"/>
            <a:ext cx="664213" cy="664213"/>
            <a:chOff x="0" y="0"/>
            <a:chExt cx="885617" cy="88561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85617" cy="885617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D1B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24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158334" y="239021"/>
              <a:ext cx="568949" cy="407574"/>
            </a:xfrm>
            <a:custGeom>
              <a:avLst/>
              <a:gdLst/>
              <a:ahLst/>
              <a:cxnLst/>
              <a:rect r="r" b="b" t="t" l="l"/>
              <a:pathLst>
                <a:path h="407574" w="568949">
                  <a:moveTo>
                    <a:pt x="0" y="0"/>
                  </a:moveTo>
                  <a:lnTo>
                    <a:pt x="568949" y="0"/>
                  </a:lnTo>
                  <a:lnTo>
                    <a:pt x="568949" y="407575"/>
                  </a:lnTo>
                  <a:lnTo>
                    <a:pt x="0" y="407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66773" y="7137695"/>
            <a:ext cx="664213" cy="664213"/>
            <a:chOff x="0" y="0"/>
            <a:chExt cx="885617" cy="88561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85617" cy="885617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D1B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24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197640" y="167056"/>
              <a:ext cx="490338" cy="551505"/>
            </a:xfrm>
            <a:custGeom>
              <a:avLst/>
              <a:gdLst/>
              <a:ahLst/>
              <a:cxnLst/>
              <a:rect r="r" b="b" t="t" l="l"/>
              <a:pathLst>
                <a:path h="551505" w="490338">
                  <a:moveTo>
                    <a:pt x="0" y="0"/>
                  </a:moveTo>
                  <a:lnTo>
                    <a:pt x="490338" y="0"/>
                  </a:lnTo>
                  <a:lnTo>
                    <a:pt x="490338" y="551505"/>
                  </a:lnTo>
                  <a:lnTo>
                    <a:pt x="0" y="551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66773" y="8238787"/>
            <a:ext cx="664213" cy="664213"/>
            <a:chOff x="0" y="0"/>
            <a:chExt cx="885617" cy="885617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885617" cy="885617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D1B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24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155110" y="193818"/>
              <a:ext cx="575398" cy="497981"/>
            </a:xfrm>
            <a:custGeom>
              <a:avLst/>
              <a:gdLst/>
              <a:ahLst/>
              <a:cxnLst/>
              <a:rect r="r" b="b" t="t" l="l"/>
              <a:pathLst>
                <a:path h="497981" w="575398">
                  <a:moveTo>
                    <a:pt x="0" y="0"/>
                  </a:moveTo>
                  <a:lnTo>
                    <a:pt x="575397" y="0"/>
                  </a:lnTo>
                  <a:lnTo>
                    <a:pt x="575397" y="497981"/>
                  </a:lnTo>
                  <a:lnTo>
                    <a:pt x="0" y="497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311687" y="4501225"/>
            <a:ext cx="14386131" cy="4430350"/>
            <a:chOff x="0" y="0"/>
            <a:chExt cx="19181508" cy="5907133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47625"/>
              <a:ext cx="19181508" cy="588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2"/>
                </a:lnSpc>
              </a:pPr>
            </a:p>
            <a:p>
              <a:pPr algn="just">
                <a:lnSpc>
                  <a:spcPts val="4313"/>
                </a:lnSpc>
              </a:pPr>
              <a:r>
                <a:rPr lang="en-US" sz="3451">
                  <a:solidFill>
                    <a:srgbClr val="0B533D"/>
                  </a:solidFill>
                  <a:latin typeface="Cambria"/>
                  <a:ea typeface="Cambria"/>
                  <a:cs typeface="Cambria"/>
                  <a:sym typeface="Cambria"/>
                </a:rPr>
                <a:t>Problem Statement Title: </a:t>
              </a:r>
            </a:p>
            <a:p>
              <a:pPr algn="just">
                <a:lnSpc>
                  <a:spcPts val="4313"/>
                </a:lnSpc>
              </a:pPr>
            </a:p>
            <a:p>
              <a:pPr algn="just">
                <a:lnSpc>
                  <a:spcPts val="4313"/>
                </a:lnSpc>
              </a:pPr>
              <a:r>
                <a:rPr lang="en-US" sz="3451">
                  <a:solidFill>
                    <a:srgbClr val="0B533D"/>
                  </a:solidFill>
                  <a:latin typeface="Cambria"/>
                  <a:ea typeface="Cambria"/>
                  <a:cs typeface="Cambria"/>
                  <a:sym typeface="Cambria"/>
                </a:rPr>
                <a:t>Team Name: </a:t>
              </a:r>
            </a:p>
            <a:p>
              <a:pPr algn="just">
                <a:lnSpc>
                  <a:spcPts val="4313"/>
                </a:lnSpc>
              </a:pPr>
            </a:p>
            <a:p>
              <a:pPr algn="l">
                <a:lnSpc>
                  <a:spcPts val="4472"/>
                </a:lnSpc>
              </a:pPr>
              <a:r>
                <a:rPr lang="en-US" sz="3451">
                  <a:solidFill>
                    <a:srgbClr val="0B533D"/>
                  </a:solidFill>
                  <a:latin typeface="Cambria"/>
                  <a:ea typeface="Cambria"/>
                  <a:cs typeface="Cambria"/>
                  <a:sym typeface="Cambria"/>
                </a:rPr>
                <a:t>Team Leader Name: </a:t>
              </a:r>
            </a:p>
            <a:p>
              <a:pPr algn="l">
                <a:lnSpc>
                  <a:spcPts val="4472"/>
                </a:lnSpc>
              </a:pPr>
            </a:p>
            <a:p>
              <a:pPr algn="l">
                <a:lnSpc>
                  <a:spcPts val="4472"/>
                </a:lnSpc>
              </a:pPr>
              <a:r>
                <a:rPr lang="en-US" sz="3451">
                  <a:solidFill>
                    <a:srgbClr val="0B533D"/>
                  </a:solidFill>
                  <a:latin typeface="Cambria"/>
                  <a:ea typeface="Cambria"/>
                  <a:cs typeface="Cambria"/>
                  <a:sym typeface="Cambria"/>
                </a:rPr>
                <a:t>Institute Name: </a:t>
              </a:r>
            </a:p>
          </p:txBody>
        </p:sp>
        <p:sp>
          <p:nvSpPr>
            <p:cNvPr name="AutoShape 36" id="36"/>
            <p:cNvSpPr/>
            <p:nvPr/>
          </p:nvSpPr>
          <p:spPr>
            <a:xfrm>
              <a:off x="6384423" y="1409077"/>
              <a:ext cx="6767029" cy="0"/>
            </a:xfrm>
            <a:prstGeom prst="line">
              <a:avLst/>
            </a:prstGeom>
            <a:ln cap="flat" w="38100">
              <a:solidFill>
                <a:srgbClr val="DDE7D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3256035" y="2870559"/>
              <a:ext cx="6767029" cy="0"/>
            </a:xfrm>
            <a:prstGeom prst="line">
              <a:avLst/>
            </a:prstGeom>
            <a:ln cap="flat" w="38100">
              <a:solidFill>
                <a:srgbClr val="DDE7D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5032007" y="4381859"/>
              <a:ext cx="6767029" cy="0"/>
            </a:xfrm>
            <a:prstGeom prst="line">
              <a:avLst/>
            </a:prstGeom>
            <a:ln cap="flat" w="38100">
              <a:solidFill>
                <a:srgbClr val="DDE7D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3967937" y="5888083"/>
              <a:ext cx="6767029" cy="0"/>
            </a:xfrm>
            <a:prstGeom prst="line">
              <a:avLst/>
            </a:prstGeom>
            <a:ln cap="flat" w="38100">
              <a:solidFill>
                <a:srgbClr val="DDE7D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40" id="40"/>
          <p:cNvSpPr/>
          <p:nvPr/>
        </p:nvSpPr>
        <p:spPr>
          <a:xfrm>
            <a:off x="2591033" y="3982113"/>
            <a:ext cx="1851728" cy="0"/>
          </a:xfrm>
          <a:prstGeom prst="line">
            <a:avLst/>
          </a:prstGeom>
          <a:ln cap="rnd" w="47625">
            <a:solidFill>
              <a:srgbClr val="0453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6208852" y="9703384"/>
            <a:ext cx="5346630" cy="4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91033" y="2388026"/>
            <a:ext cx="15449688" cy="85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b="true" sz="4800" spc="240">
                <a:solidFill>
                  <a:srgbClr val="045340"/>
                </a:solidFill>
                <a:latin typeface="Cambria Bold"/>
                <a:ea typeface="Cambria Bold"/>
                <a:cs typeface="Cambria Bold"/>
                <a:sym typeface="Cambria Bold"/>
              </a:rPr>
              <a:t>SRCAS H</a:t>
            </a:r>
            <a:r>
              <a:rPr lang="en-US" b="true" sz="4800" spc="240">
                <a:solidFill>
                  <a:srgbClr val="045340"/>
                </a:solidFill>
                <a:latin typeface="Cambria Bold"/>
                <a:ea typeface="Cambria Bold"/>
                <a:cs typeface="Cambria Bold"/>
                <a:sym typeface="Cambria Bold"/>
              </a:rPr>
              <a:t>ACKATHON 3.0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91033" y="3427218"/>
            <a:ext cx="15449688" cy="35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999" spc="27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INNOVATE </a:t>
            </a:r>
            <a:r>
              <a:rPr lang="en-US" sz="1999" spc="279">
                <a:solidFill>
                  <a:srgbClr val="07533F"/>
                </a:solidFill>
                <a:latin typeface="Cambria"/>
                <a:ea typeface="Cambria"/>
                <a:cs typeface="Cambria"/>
                <a:sym typeface="Cambria"/>
              </a:rPr>
              <a:t>•</a:t>
            </a:r>
            <a:r>
              <a:rPr lang="en-US" sz="1999" spc="27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BUILD</a:t>
            </a:r>
            <a:r>
              <a:rPr lang="en-US" sz="1999" spc="279">
                <a:solidFill>
                  <a:srgbClr val="07533F"/>
                </a:solidFill>
                <a:latin typeface="Cambria"/>
                <a:ea typeface="Cambria"/>
                <a:cs typeface="Cambria"/>
                <a:sym typeface="Cambria"/>
              </a:rPr>
              <a:t> •</a:t>
            </a:r>
            <a:r>
              <a:rPr lang="en-US" sz="1999" spc="27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IMPACT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6320">
            <a:off x="1058208" y="1993421"/>
            <a:ext cx="3490598" cy="57150"/>
            <a:chOff x="0" y="0"/>
            <a:chExt cx="4654131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54169" cy="76200"/>
            </a:xfrm>
            <a:custGeom>
              <a:avLst/>
              <a:gdLst/>
              <a:ahLst/>
              <a:cxnLst/>
              <a:rect r="r" b="b" t="t" l="l"/>
              <a:pathLst>
                <a:path h="76200" w="4654169">
                  <a:moveTo>
                    <a:pt x="0" y="0"/>
                  </a:moveTo>
                  <a:lnTo>
                    <a:pt x="4654169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40103" r="0" b="-1140103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781850"/>
            <a:ext cx="830159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5939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Idea/Approach Details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92777" y="9580493"/>
            <a:ext cx="784803" cy="45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59157"/>
            <a:ext cx="16556479" cy="25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your core idea and approach – Clearly explain your project.</a:t>
            </a:r>
          </a:p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it solves the problem, and key innovation behind your solution.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57488" y="437417"/>
            <a:ext cx="4173312" cy="1270254"/>
            <a:chOff x="0" y="0"/>
            <a:chExt cx="5564416" cy="1693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64378" cy="1693672"/>
            </a:xfrm>
            <a:custGeom>
              <a:avLst/>
              <a:gdLst/>
              <a:ahLst/>
              <a:cxnLst/>
              <a:rect r="r" b="b" t="t" l="l"/>
              <a:pathLst>
                <a:path h="1693672" w="5564378">
                  <a:moveTo>
                    <a:pt x="0" y="0"/>
                  </a:moveTo>
                  <a:lnTo>
                    <a:pt x="5564378" y="0"/>
                  </a:lnTo>
                  <a:lnTo>
                    <a:pt x="5564378" y="1693672"/>
                  </a:lnTo>
                  <a:lnTo>
                    <a:pt x="0" y="169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9" t="0" r="-729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9424245"/>
            <a:ext cx="18288000" cy="862755"/>
          </a:xfrm>
          <a:custGeom>
            <a:avLst/>
            <a:gdLst/>
            <a:ahLst/>
            <a:cxnLst/>
            <a:rect r="r" b="b" t="t" l="l"/>
            <a:pathLst>
              <a:path h="862755" w="18288000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08852" y="9703384"/>
            <a:ext cx="5346630" cy="4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6320">
            <a:off x="1058208" y="1993421"/>
            <a:ext cx="3490598" cy="57150"/>
            <a:chOff x="0" y="0"/>
            <a:chExt cx="4654131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54169" cy="76200"/>
            </a:xfrm>
            <a:custGeom>
              <a:avLst/>
              <a:gdLst/>
              <a:ahLst/>
              <a:cxnLst/>
              <a:rect r="r" b="b" t="t" l="l"/>
              <a:pathLst>
                <a:path h="76200" w="4654169">
                  <a:moveTo>
                    <a:pt x="0" y="0"/>
                  </a:moveTo>
                  <a:lnTo>
                    <a:pt x="4654169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40103" r="0" b="-1140103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781850"/>
            <a:ext cx="830159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5939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Idea/Approach Details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92777" y="9580493"/>
            <a:ext cx="784803" cy="45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657488" y="437417"/>
            <a:ext cx="4173312" cy="1270254"/>
            <a:chOff x="0" y="0"/>
            <a:chExt cx="5564416" cy="1693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64378" cy="1693672"/>
            </a:xfrm>
            <a:custGeom>
              <a:avLst/>
              <a:gdLst/>
              <a:ahLst/>
              <a:cxnLst/>
              <a:rect r="r" b="b" t="t" l="l"/>
              <a:pathLst>
                <a:path h="1693672" w="5564378">
                  <a:moveTo>
                    <a:pt x="0" y="0"/>
                  </a:moveTo>
                  <a:lnTo>
                    <a:pt x="5564378" y="0"/>
                  </a:lnTo>
                  <a:lnTo>
                    <a:pt x="5564378" y="1693672"/>
                  </a:lnTo>
                  <a:lnTo>
                    <a:pt x="0" y="169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9" t="0" r="-72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9424245"/>
            <a:ext cx="18288000" cy="862755"/>
          </a:xfrm>
          <a:custGeom>
            <a:avLst/>
            <a:gdLst/>
            <a:ahLst/>
            <a:cxnLst/>
            <a:rect r="r" b="b" t="t" l="l"/>
            <a:pathLst>
              <a:path h="862755" w="18288000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08852" y="9703384"/>
            <a:ext cx="5346630" cy="4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73407"/>
            <a:ext cx="16556479" cy="36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your flowchart – Add a simple process flow diagram showing how your solution works.</a:t>
            </a:r>
          </a:p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Technical stack - List the main tools, frameworks, or technologies used.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4560" y="1816284"/>
            <a:ext cx="3850062" cy="57150"/>
            <a:chOff x="0" y="0"/>
            <a:chExt cx="5133416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3467" cy="76200"/>
            </a:xfrm>
            <a:custGeom>
              <a:avLst/>
              <a:gdLst/>
              <a:ahLst/>
              <a:cxnLst/>
              <a:rect r="r" b="b" t="t" l="l"/>
              <a:pathLst>
                <a:path h="76200" w="5133467">
                  <a:moveTo>
                    <a:pt x="0" y="0"/>
                  </a:moveTo>
                  <a:lnTo>
                    <a:pt x="5133467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262661" r="0" b="-1262661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25312" y="585664"/>
            <a:ext cx="8671198" cy="99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1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&amp; Viability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89370" y="9572720"/>
            <a:ext cx="784803" cy="45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657488" y="437417"/>
            <a:ext cx="4173312" cy="1270254"/>
            <a:chOff x="0" y="0"/>
            <a:chExt cx="5564416" cy="1693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64378" cy="1693672"/>
            </a:xfrm>
            <a:custGeom>
              <a:avLst/>
              <a:gdLst/>
              <a:ahLst/>
              <a:cxnLst/>
              <a:rect r="r" b="b" t="t" l="l"/>
              <a:pathLst>
                <a:path h="1693672" w="5564378">
                  <a:moveTo>
                    <a:pt x="0" y="0"/>
                  </a:moveTo>
                  <a:lnTo>
                    <a:pt x="5564378" y="0"/>
                  </a:lnTo>
                  <a:lnTo>
                    <a:pt x="5564378" y="1693672"/>
                  </a:lnTo>
                  <a:lnTo>
                    <a:pt x="0" y="169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9" t="0" r="-72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9424245"/>
            <a:ext cx="18288000" cy="862755"/>
          </a:xfrm>
          <a:custGeom>
            <a:avLst/>
            <a:gdLst/>
            <a:ahLst/>
            <a:cxnLst/>
            <a:rect r="r" b="b" t="t" l="l"/>
            <a:pathLst>
              <a:path h="862755" w="18288000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08852" y="9703384"/>
            <a:ext cx="5346630" cy="4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73407"/>
            <a:ext cx="16556479" cy="36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the feasibilty of the idea</a:t>
            </a:r>
          </a:p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Potential challenges and risk</a:t>
            </a:r>
          </a:p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Stratergies for overcoming these challenges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6320">
            <a:off x="1124140" y="1825809"/>
            <a:ext cx="3490732" cy="57150"/>
            <a:chOff x="0" y="0"/>
            <a:chExt cx="4654309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54296" cy="76200"/>
            </a:xfrm>
            <a:custGeom>
              <a:avLst/>
              <a:gdLst/>
              <a:ahLst/>
              <a:cxnLst/>
              <a:rect r="r" b="b" t="t" l="l"/>
              <a:pathLst>
                <a:path h="76200" w="4654296">
                  <a:moveTo>
                    <a:pt x="0" y="0"/>
                  </a:moveTo>
                  <a:lnTo>
                    <a:pt x="4654296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40149" r="0" b="-1140149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25312" y="585664"/>
            <a:ext cx="8671198" cy="99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1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&amp; Benifits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89370" y="9572720"/>
            <a:ext cx="784803" cy="45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657488" y="437417"/>
            <a:ext cx="4173312" cy="1270254"/>
            <a:chOff x="0" y="0"/>
            <a:chExt cx="5564416" cy="1693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64378" cy="1693672"/>
            </a:xfrm>
            <a:custGeom>
              <a:avLst/>
              <a:gdLst/>
              <a:ahLst/>
              <a:cxnLst/>
              <a:rect r="r" b="b" t="t" l="l"/>
              <a:pathLst>
                <a:path h="1693672" w="5564378">
                  <a:moveTo>
                    <a:pt x="0" y="0"/>
                  </a:moveTo>
                  <a:lnTo>
                    <a:pt x="5564378" y="0"/>
                  </a:lnTo>
                  <a:lnTo>
                    <a:pt x="5564378" y="1693672"/>
                  </a:lnTo>
                  <a:lnTo>
                    <a:pt x="0" y="169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9" t="0" r="-72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9424245"/>
            <a:ext cx="18288000" cy="862755"/>
          </a:xfrm>
          <a:custGeom>
            <a:avLst/>
            <a:gdLst/>
            <a:ahLst/>
            <a:cxnLst/>
            <a:rect r="r" b="b" t="t" l="l"/>
            <a:pathLst>
              <a:path h="862755" w="18288000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08852" y="9703384"/>
            <a:ext cx="5346630" cy="4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73407"/>
            <a:ext cx="16556479" cy="25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impact on target auidence</a:t>
            </a:r>
          </a:p>
          <a:p>
            <a:pPr algn="l" marL="800101" indent="-266700" lvl="2">
              <a:lnSpc>
                <a:spcPts val="8750"/>
              </a:lnSpc>
              <a:buAutoNum type="arabicPeriod" startAt="1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Benifits of the solution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6320">
            <a:off x="1283579" y="2549709"/>
            <a:ext cx="3490598" cy="57150"/>
            <a:chOff x="0" y="0"/>
            <a:chExt cx="4654131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54169" cy="76200"/>
            </a:xfrm>
            <a:custGeom>
              <a:avLst/>
              <a:gdLst/>
              <a:ahLst/>
              <a:cxnLst/>
              <a:rect r="r" b="b" t="t" l="l"/>
              <a:pathLst>
                <a:path h="76200" w="4654169">
                  <a:moveTo>
                    <a:pt x="0" y="0"/>
                  </a:moveTo>
                  <a:lnTo>
                    <a:pt x="4654169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40103" r="0" b="-1140103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446038" y="1223343"/>
            <a:ext cx="9926260" cy="101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3"/>
              </a:lnSpc>
            </a:pPr>
            <a:r>
              <a:rPr lang="en-US" sz="66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Details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6038" y="2292525"/>
            <a:ext cx="5448252" cy="696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7"/>
              </a:lnSpc>
            </a:pPr>
            <a:r>
              <a:rPr lang="en-US" sz="2662" b="true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Leader Name:</a:t>
            </a:r>
          </a:p>
          <a:p>
            <a:pPr algn="l">
              <a:lnSpc>
                <a:spcPts val="6657"/>
              </a:lnSpc>
            </a:pPr>
            <a:r>
              <a:rPr lang="en-US" sz="266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  <a:p>
            <a:pPr algn="l">
              <a:lnSpc>
                <a:spcPts val="6657"/>
              </a:lnSpc>
            </a:pPr>
            <a:r>
              <a:rPr lang="en-US" sz="2662" b="true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1 Name: </a:t>
            </a:r>
          </a:p>
          <a:p>
            <a:pPr algn="l">
              <a:lnSpc>
                <a:spcPts val="6657"/>
              </a:lnSpc>
            </a:pPr>
            <a:r>
              <a:rPr lang="en-US" sz="266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 </a:t>
            </a:r>
          </a:p>
          <a:p>
            <a:pPr algn="l">
              <a:lnSpc>
                <a:spcPts val="6657"/>
              </a:lnSpc>
            </a:pPr>
            <a:r>
              <a:rPr lang="en-US" sz="2662" b="true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2 Name: </a:t>
            </a:r>
          </a:p>
          <a:p>
            <a:pPr algn="l">
              <a:lnSpc>
                <a:spcPts val="6657"/>
              </a:lnSpc>
            </a:pPr>
            <a:r>
              <a:rPr lang="en-US" sz="266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  <a:p>
            <a:pPr algn="l">
              <a:lnSpc>
                <a:spcPts val="6657"/>
              </a:lnSpc>
            </a:pPr>
            <a:r>
              <a:rPr lang="en-US" sz="2662" b="true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3 Name: </a:t>
            </a:r>
          </a:p>
          <a:p>
            <a:pPr algn="l">
              <a:lnSpc>
                <a:spcPts val="6657"/>
              </a:lnSpc>
            </a:pPr>
            <a:r>
              <a:rPr lang="en-US" sz="266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657488" y="437417"/>
            <a:ext cx="4173312" cy="1270254"/>
            <a:chOff x="0" y="0"/>
            <a:chExt cx="5564416" cy="1693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64378" cy="1693672"/>
            </a:xfrm>
            <a:custGeom>
              <a:avLst/>
              <a:gdLst/>
              <a:ahLst/>
              <a:cxnLst/>
              <a:rect r="r" b="b" t="t" l="l"/>
              <a:pathLst>
                <a:path h="1693672" w="5564378">
                  <a:moveTo>
                    <a:pt x="0" y="0"/>
                  </a:moveTo>
                  <a:lnTo>
                    <a:pt x="5564378" y="0"/>
                  </a:lnTo>
                  <a:lnTo>
                    <a:pt x="5564378" y="1693672"/>
                  </a:lnTo>
                  <a:lnTo>
                    <a:pt x="0" y="169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9" t="0" r="-72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9424245"/>
            <a:ext cx="18288000" cy="862755"/>
          </a:xfrm>
          <a:custGeom>
            <a:avLst/>
            <a:gdLst/>
            <a:ahLst/>
            <a:cxnLst/>
            <a:rect r="r" b="b" t="t" l="l"/>
            <a:pathLst>
              <a:path h="862755" w="18288000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08852" y="9703384"/>
            <a:ext cx="5346630" cy="4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DAHLmc-zqS8</dc:identifier>
  <dcterms:modified xsi:type="dcterms:W3CDTF">2011-08-01T06:04:30Z</dcterms:modified>
  <cp:revision>1</cp:revision>
  <dc:title>SRCAS HACKATHON 3.0.pptx</dc:title>
</cp:coreProperties>
</file>